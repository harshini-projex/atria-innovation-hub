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Lato" panose="020F0502020204030203" pitchFamily="34" charset="0"/>
      <p:regular r:id="rId9"/>
      <p:bold r:id="rId10"/>
      <p:italic r:id="rId11"/>
      <p:boldItalic r:id="rId12"/>
    </p:embeddedFont>
    <p:embeddedFont>
      <p:font typeface="Poppins" panose="000005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D9F1C5-8E51-4157-8CDD-93334ED1D795}" v="12" dt="2025-11-22T11:11:16.457"/>
    <p1510:client id="{7FF0099B-0E4F-491F-A8D7-875316C9EDCF}" v="1" dt="2025-11-22T12:43:27.7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41" autoAdjust="0"/>
  </p:normalViewPr>
  <p:slideViewPr>
    <p:cSldViewPr snapToGrid="0">
      <p:cViewPr varScale="1">
        <p:scale>
          <a:sx n="102" d="100"/>
          <a:sy n="102" d="100"/>
        </p:scale>
        <p:origin x="178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ni D" userId="5ce2055f71609fa6" providerId="LiveId" clId="{88F40E86-78BA-4423-AA9C-22029571E139}"/>
    <pc:docChg chg="custSel modSld">
      <pc:chgData name="Harshini D" userId="5ce2055f71609fa6" providerId="LiveId" clId="{88F40E86-78BA-4423-AA9C-22029571E139}" dt="2025-11-22T12:43:41.963" v="11" actId="14861"/>
      <pc:docMkLst>
        <pc:docMk/>
      </pc:docMkLst>
      <pc:sldChg chg="modSp mod">
        <pc:chgData name="Harshini D" userId="5ce2055f71609fa6" providerId="LiveId" clId="{88F40E86-78BA-4423-AA9C-22029571E139}" dt="2025-11-22T12:39:35.345" v="0" actId="1038"/>
        <pc:sldMkLst>
          <pc:docMk/>
          <pc:sldMk cId="0" sldId="256"/>
        </pc:sldMkLst>
        <pc:picChg chg="mod">
          <ac:chgData name="Harshini D" userId="5ce2055f71609fa6" providerId="LiveId" clId="{88F40E86-78BA-4423-AA9C-22029571E139}" dt="2025-11-22T12:39:35.345" v="0" actId="1038"/>
          <ac:picMkLst>
            <pc:docMk/>
            <pc:sldMk cId="0" sldId="256"/>
            <ac:picMk id="56" creationId="{00000000-0000-0000-0000-000000000000}"/>
          </ac:picMkLst>
        </pc:picChg>
      </pc:sldChg>
      <pc:sldChg chg="modSp mod">
        <pc:chgData name="Harshini D" userId="5ce2055f71609fa6" providerId="LiveId" clId="{88F40E86-78BA-4423-AA9C-22029571E139}" dt="2025-11-22T12:40:18.873" v="7" actId="14861"/>
        <pc:sldMkLst>
          <pc:docMk/>
          <pc:sldMk cId="0" sldId="257"/>
        </pc:sldMkLst>
        <pc:picChg chg="mod">
          <ac:chgData name="Harshini D" userId="5ce2055f71609fa6" providerId="LiveId" clId="{88F40E86-78BA-4423-AA9C-22029571E139}" dt="2025-11-22T12:40:18.873" v="7" actId="14861"/>
          <ac:picMkLst>
            <pc:docMk/>
            <pc:sldMk cId="0" sldId="257"/>
            <ac:picMk id="9" creationId="{BA5EA52C-2BA4-D593-F7A0-A678F84B9F9E}"/>
          </ac:picMkLst>
        </pc:picChg>
      </pc:sldChg>
      <pc:sldChg chg="addSp delSp modSp mod">
        <pc:chgData name="Harshini D" userId="5ce2055f71609fa6" providerId="LiveId" clId="{88F40E86-78BA-4423-AA9C-22029571E139}" dt="2025-11-22T12:43:41.963" v="11" actId="14861"/>
        <pc:sldMkLst>
          <pc:docMk/>
          <pc:sldMk cId="0" sldId="259"/>
        </pc:sldMkLst>
        <pc:picChg chg="add mod">
          <ac:chgData name="Harshini D" userId="5ce2055f71609fa6" providerId="LiveId" clId="{88F40E86-78BA-4423-AA9C-22029571E139}" dt="2025-11-22T12:43:41.963" v="11" actId="14861"/>
          <ac:picMkLst>
            <pc:docMk/>
            <pc:sldMk cId="0" sldId="259"/>
            <ac:picMk id="3" creationId="{E549CB0A-D936-954B-9622-0841A23B4CF1}"/>
          </ac:picMkLst>
        </pc:picChg>
        <pc:picChg chg="del">
          <ac:chgData name="Harshini D" userId="5ce2055f71609fa6" providerId="LiveId" clId="{88F40E86-78BA-4423-AA9C-22029571E139}" dt="2025-11-22T12:43:26.024" v="8" actId="478"/>
          <ac:picMkLst>
            <pc:docMk/>
            <pc:sldMk cId="0" sldId="259"/>
            <ac:picMk id="8" creationId="{33F2C44F-B094-0AD7-3042-7614CA08EF0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84114ed5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84114ed5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84114ed52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84114ed52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84114ed5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84114ed5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84114ed52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84114ed52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84114ed52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84114ed52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 title="Code Red 3.0 ppt 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2" y="112426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363100" y="0"/>
            <a:ext cx="44178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 b="1" dirty="0">
                <a:solidFill>
                  <a:srgbClr val="FFFFFF"/>
                </a:solidFill>
              </a:rPr>
              <a:t>CODE RED 3.0</a:t>
            </a:r>
            <a:endParaRPr sz="4600" b="1" dirty="0">
              <a:solidFill>
                <a:srgbClr val="FFFFFF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542225" y="702225"/>
            <a:ext cx="38865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CODE TILL YOU DROP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838550" y="1349125"/>
            <a:ext cx="8198770" cy="1403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0001"/>
              </a:lnSpc>
            </a:pPr>
            <a:r>
              <a:rPr lang="en" sz="1800" b="1" dirty="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OBJECTIVE :</a:t>
            </a:r>
          </a:p>
          <a:p>
            <a:pPr lvl="0"/>
            <a:endParaRPr lang="en" sz="1800" b="1" dirty="0">
              <a:solidFill>
                <a:srgbClr val="FBF9F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lnSpc>
                <a:spcPct val="110001"/>
              </a:lnSpc>
            </a:pPr>
            <a:r>
              <a:rPr lang="en-US" sz="1800" b="1" dirty="0">
                <a:solidFill>
                  <a:srgbClr val="FBF9F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  </a:t>
            </a:r>
            <a:r>
              <a:rPr lang="en-US" sz="1800" dirty="0">
                <a:solidFill>
                  <a:srgbClr val="FBF9F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“</a:t>
            </a:r>
            <a:r>
              <a:rPr lang="en-US" sz="1800" b="1" dirty="0" err="1">
                <a:solidFill>
                  <a:srgbClr val="FBF9F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CashMate</a:t>
            </a:r>
            <a:r>
              <a:rPr lang="en-US" sz="1800" b="1" dirty="0">
                <a:solidFill>
                  <a:srgbClr val="FBF9F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lang="en-US" sz="1800" dirty="0">
                <a:solidFill>
                  <a:srgbClr val="FBF9F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: To empower users to invest, control spending, save better and make informed financial decisions effortlessly.”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979100" y="3347355"/>
            <a:ext cx="2712600" cy="338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69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Team Name: 4codz</a:t>
            </a:r>
            <a:endParaRPr sz="686" dirty="0"/>
          </a:p>
        </p:txBody>
      </p:sp>
      <p:sp>
        <p:nvSpPr>
          <p:cNvPr id="61" name="Google Shape;61;p13"/>
          <p:cNvSpPr txBox="1"/>
          <p:nvPr/>
        </p:nvSpPr>
        <p:spPr>
          <a:xfrm>
            <a:off x="979099" y="3649385"/>
            <a:ext cx="4364893" cy="338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69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Team Leader Name: Syeda Zoya Ahmed</a:t>
            </a:r>
            <a:endParaRPr sz="686" dirty="0"/>
          </a:p>
        </p:txBody>
      </p:sp>
      <p:sp>
        <p:nvSpPr>
          <p:cNvPr id="62" name="Google Shape;62;p13"/>
          <p:cNvSpPr txBox="1"/>
          <p:nvPr/>
        </p:nvSpPr>
        <p:spPr>
          <a:xfrm>
            <a:off x="979099" y="3951415"/>
            <a:ext cx="5324265" cy="338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69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Institution Name: Atria Institute Of Technology</a:t>
            </a:r>
            <a:endParaRPr sz="686" dirty="0"/>
          </a:p>
        </p:txBody>
      </p:sp>
      <p:sp>
        <p:nvSpPr>
          <p:cNvPr id="63" name="Google Shape;63;p13"/>
          <p:cNvSpPr txBox="1"/>
          <p:nvPr/>
        </p:nvSpPr>
        <p:spPr>
          <a:xfrm>
            <a:off x="979100" y="3045325"/>
            <a:ext cx="3413018" cy="338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69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Problem Statement Code: CR(S)6</a:t>
            </a:r>
            <a:endParaRPr sz="68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`</a:t>
            </a:r>
            <a:endParaRPr dirty="0"/>
          </a:p>
        </p:txBody>
      </p:sp>
      <p:sp>
        <p:nvSpPr>
          <p:cNvPr id="69" name="Google Shape;69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" name="Google Shape;70;p14" title="Code Red 3.0 ppt 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2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221875" y="226675"/>
            <a:ext cx="6219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IDEA/APPROACH</a:t>
            </a:r>
            <a:r>
              <a:rPr lang="en" sz="2800" b="1" i="0" u="none" strike="noStrike" cap="non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DETAILS</a:t>
            </a:r>
            <a:endParaRPr sz="100"/>
          </a:p>
        </p:txBody>
      </p:sp>
      <p:sp>
        <p:nvSpPr>
          <p:cNvPr id="72" name="Google Shape;72;p14"/>
          <p:cNvSpPr/>
          <p:nvPr/>
        </p:nvSpPr>
        <p:spPr>
          <a:xfrm>
            <a:off x="3525" y="-1175"/>
            <a:ext cx="9144000" cy="8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311697" y="226675"/>
            <a:ext cx="8109483" cy="30469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cs typeface="Poppins"/>
                <a:sym typeface="Poppins"/>
              </a:rPr>
              <a:t>                                            Idea/Solutions &amp; Use Cases                                  </a:t>
            </a:r>
            <a:endParaRPr sz="1800" dirty="0">
              <a:solidFill>
                <a:schemeClr val="bg1"/>
              </a:solidFill>
            </a:endParaRPr>
          </a:p>
        </p:txBody>
      </p:sp>
      <p:pic>
        <p:nvPicPr>
          <p:cNvPr id="75" name="Google Shape;75;p14" title="CR_Logo_BlackB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692E4A4-AA82-A79A-0E10-EAEC4676AABF}"/>
              </a:ext>
            </a:extLst>
          </p:cNvPr>
          <p:cNvSpPr/>
          <p:nvPr/>
        </p:nvSpPr>
        <p:spPr>
          <a:xfrm>
            <a:off x="3925192" y="4489109"/>
            <a:ext cx="296990" cy="1302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6723D17-508A-5263-6EF7-F2C46A3FFA7E}"/>
              </a:ext>
            </a:extLst>
          </p:cNvPr>
          <p:cNvCxnSpPr>
            <a:cxnSpLocks/>
          </p:cNvCxnSpPr>
          <p:nvPr/>
        </p:nvCxnSpPr>
        <p:spPr>
          <a:xfrm>
            <a:off x="5415637" y="991245"/>
            <a:ext cx="3506487" cy="143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5B2F6AD-B595-2CDB-154C-F72E98DD9F98}"/>
              </a:ext>
            </a:extLst>
          </p:cNvPr>
          <p:cNvCxnSpPr>
            <a:cxnSpLocks/>
          </p:cNvCxnSpPr>
          <p:nvPr/>
        </p:nvCxnSpPr>
        <p:spPr>
          <a:xfrm>
            <a:off x="6280879" y="943514"/>
            <a:ext cx="0" cy="39005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3FF7049-1050-53A9-8F0D-26849294F219}"/>
              </a:ext>
            </a:extLst>
          </p:cNvPr>
          <p:cNvCxnSpPr>
            <a:cxnSpLocks/>
          </p:cNvCxnSpPr>
          <p:nvPr/>
        </p:nvCxnSpPr>
        <p:spPr>
          <a:xfrm>
            <a:off x="7617503" y="885625"/>
            <a:ext cx="0" cy="40141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1D64F48-0E2E-754F-C58A-3731F2818555}"/>
              </a:ext>
            </a:extLst>
          </p:cNvPr>
          <p:cNvCxnSpPr>
            <a:cxnSpLocks/>
          </p:cNvCxnSpPr>
          <p:nvPr/>
        </p:nvCxnSpPr>
        <p:spPr>
          <a:xfrm>
            <a:off x="5415637" y="1244184"/>
            <a:ext cx="3674761" cy="16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65A1B47-26B5-DE90-C9CC-D2941E78421F}"/>
              </a:ext>
            </a:extLst>
          </p:cNvPr>
          <p:cNvCxnSpPr>
            <a:cxnSpLocks/>
          </p:cNvCxnSpPr>
          <p:nvPr/>
        </p:nvCxnSpPr>
        <p:spPr>
          <a:xfrm>
            <a:off x="5415636" y="2408730"/>
            <a:ext cx="3674761" cy="16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5BE5047-46BE-ED00-163D-64F40B97A268}"/>
              </a:ext>
            </a:extLst>
          </p:cNvPr>
          <p:cNvCxnSpPr>
            <a:cxnSpLocks/>
          </p:cNvCxnSpPr>
          <p:nvPr/>
        </p:nvCxnSpPr>
        <p:spPr>
          <a:xfrm>
            <a:off x="5365773" y="3615533"/>
            <a:ext cx="3674761" cy="16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B6757DC-3C28-4F3E-348C-3D92724246BC}"/>
              </a:ext>
            </a:extLst>
          </p:cNvPr>
          <p:cNvSpPr txBox="1"/>
          <p:nvPr/>
        </p:nvSpPr>
        <p:spPr>
          <a:xfrm>
            <a:off x="5514149" y="4502277"/>
            <a:ext cx="8811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familiar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5EA52C-2BA4-D593-F7A0-A678F84B9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2175" y="874696"/>
            <a:ext cx="3928359" cy="4042129"/>
          </a:xfrm>
          <a:prstGeom prst="rect">
            <a:avLst/>
          </a:prstGeom>
          <a:effectLst>
            <a:glow rad="63500">
              <a:schemeClr val="bg1">
                <a:lumMod val="95000"/>
                <a:alpha val="40000"/>
              </a:schemeClr>
            </a:glo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60F2CB-983A-3A57-1D5D-3936DCFA41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577" y="870976"/>
            <a:ext cx="4652771" cy="4090215"/>
          </a:xfrm>
          <a:prstGeom prst="rect">
            <a:avLst/>
          </a:prstGeom>
          <a:effectLst>
            <a:glow rad="127000">
              <a:schemeClr val="tx2"/>
            </a:glow>
          </a:effec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0AD08B-B530-4EF5-41E6-4511F1949D1A}"/>
              </a:ext>
            </a:extLst>
          </p:cNvPr>
          <p:cNvCxnSpPr>
            <a:cxnSpLocks/>
          </p:cNvCxnSpPr>
          <p:nvPr/>
        </p:nvCxnSpPr>
        <p:spPr>
          <a:xfrm>
            <a:off x="3837482" y="870976"/>
            <a:ext cx="0" cy="4045849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0749389-5933-1A80-EEBE-ED23DCCF497E}"/>
              </a:ext>
            </a:extLst>
          </p:cNvPr>
          <p:cNvCxnSpPr>
            <a:cxnSpLocks/>
          </p:cNvCxnSpPr>
          <p:nvPr/>
        </p:nvCxnSpPr>
        <p:spPr>
          <a:xfrm>
            <a:off x="5094458" y="1207019"/>
            <a:ext cx="4028384" cy="1621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47A5D9E-AC5C-A219-81E3-118B3192426C}"/>
              </a:ext>
            </a:extLst>
          </p:cNvPr>
          <p:cNvCxnSpPr>
            <a:cxnSpLocks/>
          </p:cNvCxnSpPr>
          <p:nvPr/>
        </p:nvCxnSpPr>
        <p:spPr>
          <a:xfrm>
            <a:off x="5126903" y="3631749"/>
            <a:ext cx="396349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DAE5A4D-8F81-768C-BC0F-C0942C838B5B}"/>
              </a:ext>
            </a:extLst>
          </p:cNvPr>
          <p:cNvCxnSpPr>
            <a:cxnSpLocks/>
          </p:cNvCxnSpPr>
          <p:nvPr/>
        </p:nvCxnSpPr>
        <p:spPr>
          <a:xfrm>
            <a:off x="5112175" y="2408730"/>
            <a:ext cx="40283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A504711-EE34-2A9C-BB53-886B1A3C42EB}"/>
              </a:ext>
            </a:extLst>
          </p:cNvPr>
          <p:cNvCxnSpPr>
            <a:cxnSpLocks/>
          </p:cNvCxnSpPr>
          <p:nvPr/>
        </p:nvCxnSpPr>
        <p:spPr>
          <a:xfrm>
            <a:off x="6078511" y="870976"/>
            <a:ext cx="0" cy="41032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4E6CC1-412D-BAE4-A4DA-7C33119EA11F}"/>
              </a:ext>
            </a:extLst>
          </p:cNvPr>
          <p:cNvCxnSpPr>
            <a:cxnSpLocks/>
          </p:cNvCxnSpPr>
          <p:nvPr/>
        </p:nvCxnSpPr>
        <p:spPr>
          <a:xfrm>
            <a:off x="7445114" y="841118"/>
            <a:ext cx="0" cy="41032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0D47639-B4AB-91EE-D10A-5306EE187DF3}"/>
              </a:ext>
            </a:extLst>
          </p:cNvPr>
          <p:cNvSpPr/>
          <p:nvPr/>
        </p:nvSpPr>
        <p:spPr>
          <a:xfrm>
            <a:off x="4225535" y="4662696"/>
            <a:ext cx="429946" cy="9555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1390F1-EF0A-D12B-74A6-CFC704A3ADC3}"/>
              </a:ext>
            </a:extLst>
          </p:cNvPr>
          <p:cNvSpPr txBox="1"/>
          <p:nvPr/>
        </p:nvSpPr>
        <p:spPr>
          <a:xfrm>
            <a:off x="4157573" y="4591325"/>
            <a:ext cx="914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familiar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E1B10BD-DD81-6CE2-4995-683502CAB4B0}"/>
              </a:ext>
            </a:extLst>
          </p:cNvPr>
          <p:cNvSpPr/>
          <p:nvPr/>
        </p:nvSpPr>
        <p:spPr>
          <a:xfrm>
            <a:off x="521612" y="744575"/>
            <a:ext cx="3942812" cy="41722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65819C-A848-4959-A7CF-3C973FBA4B1C}"/>
              </a:ext>
            </a:extLst>
          </p:cNvPr>
          <p:cNvSpPr/>
          <p:nvPr/>
        </p:nvSpPr>
        <p:spPr>
          <a:xfrm>
            <a:off x="4910097" y="657775"/>
            <a:ext cx="3922195" cy="41666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CC3766-CA08-C0B5-BEDD-C797EF1071B5}"/>
              </a:ext>
            </a:extLst>
          </p:cNvPr>
          <p:cNvSpPr/>
          <p:nvPr/>
        </p:nvSpPr>
        <p:spPr>
          <a:xfrm>
            <a:off x="419100" y="744575"/>
            <a:ext cx="4108177" cy="43417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Google Shape;80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5" title="Code Red 3.0 ppt 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6789" y="-5715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221875" y="226675"/>
            <a:ext cx="6219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IDEA/APPROACH</a:t>
            </a:r>
            <a:r>
              <a:rPr lang="en" sz="2800" b="1" i="0" u="none" strike="noStrike" cap="non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DETAILS</a:t>
            </a:r>
            <a:endParaRPr sz="100"/>
          </a:p>
        </p:txBody>
      </p:sp>
      <p:sp>
        <p:nvSpPr>
          <p:cNvPr id="84" name="Google Shape;84;p15"/>
          <p:cNvSpPr/>
          <p:nvPr/>
        </p:nvSpPr>
        <p:spPr>
          <a:xfrm>
            <a:off x="-18180" y="-19214"/>
            <a:ext cx="9144000" cy="8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5"/>
          <p:cNvSpPr txBox="1"/>
          <p:nvPr/>
        </p:nvSpPr>
        <p:spPr>
          <a:xfrm>
            <a:off x="221875" y="211947"/>
            <a:ext cx="49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IDEA/APPROACH</a:t>
            </a:r>
            <a:r>
              <a:rPr lang="en" sz="2200" b="1" i="0" u="none" strike="noStrike" cap="none" dirty="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DETAILS</a:t>
            </a:r>
            <a:endParaRPr sz="100" dirty="0"/>
          </a:p>
        </p:txBody>
      </p:sp>
      <p:sp>
        <p:nvSpPr>
          <p:cNvPr id="86" name="Google Shape;86;p15"/>
          <p:cNvSpPr txBox="1"/>
          <p:nvPr/>
        </p:nvSpPr>
        <p:spPr>
          <a:xfrm>
            <a:off x="5233252" y="49129"/>
            <a:ext cx="3551100" cy="13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616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7" name="Google Shape;87;p15" title="CR_Logo_BlackB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D73CD6-9B24-99EE-D4B5-B7EFEE2A7B48}"/>
              </a:ext>
            </a:extLst>
          </p:cNvPr>
          <p:cNvSpPr txBox="1"/>
          <p:nvPr/>
        </p:nvSpPr>
        <p:spPr>
          <a:xfrm>
            <a:off x="315951" y="577479"/>
            <a:ext cx="4415359" cy="307777"/>
          </a:xfrm>
          <a:prstGeom prst="rect">
            <a:avLst/>
          </a:prstGeom>
          <a:solidFill>
            <a:schemeClr val="tx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51CC18-6306-AEDC-1F5C-69FCBED4600B}"/>
              </a:ext>
            </a:extLst>
          </p:cNvPr>
          <p:cNvSpPr txBox="1"/>
          <p:nvPr/>
        </p:nvSpPr>
        <p:spPr>
          <a:xfrm>
            <a:off x="5248784" y="655172"/>
            <a:ext cx="3843496" cy="307777"/>
          </a:xfrm>
          <a:prstGeom prst="rect">
            <a:avLst/>
          </a:prstGeom>
          <a:solidFill>
            <a:schemeClr val="tx1">
              <a:alpha val="5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5F4BFF-CDF6-6545-71F1-A3DA4AAEDC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313" y="786636"/>
            <a:ext cx="4233141" cy="40681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002C85-0EF1-F9A7-C9CC-0536C2CF2F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9446" y="913451"/>
            <a:ext cx="3843496" cy="37238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" name="Google Shape;94;p16" title="Code Red 3.0 ppt 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221875" y="226675"/>
            <a:ext cx="6219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IDEA/APPROACH</a:t>
            </a:r>
            <a:r>
              <a:rPr lang="en" sz="2800" b="1" i="0" u="none" strike="noStrike" cap="non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DETAILS</a:t>
            </a:r>
            <a:endParaRPr sz="100"/>
          </a:p>
        </p:txBody>
      </p:sp>
      <p:sp>
        <p:nvSpPr>
          <p:cNvPr id="96" name="Google Shape;96;p16"/>
          <p:cNvSpPr/>
          <p:nvPr/>
        </p:nvSpPr>
        <p:spPr>
          <a:xfrm>
            <a:off x="3525" y="-1175"/>
            <a:ext cx="9144000" cy="8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1641750" y="40515"/>
            <a:ext cx="586050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  Novelty/ market analysis/revenue model </a:t>
            </a:r>
          </a:p>
        </p:txBody>
      </p:sp>
      <p:pic>
        <p:nvPicPr>
          <p:cNvPr id="99" name="Google Shape;99;p16" title="CR_Logo_BlackB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49CB0A-D936-954B-9622-0841A23B4C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34420"/>
            <a:ext cx="8077200" cy="4210050"/>
          </a:xfrm>
          <a:prstGeom prst="rect">
            <a:avLst/>
          </a:prstGeom>
          <a:effectLst>
            <a:glow rad="127000">
              <a:schemeClr val="tx2"/>
            </a:glo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17" title="Code Red 3.0 ppt 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221875" y="226675"/>
            <a:ext cx="6219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IDEA/APPROACH</a:t>
            </a:r>
            <a:r>
              <a:rPr lang="en" sz="2800" b="1" i="0" u="none" strike="noStrike" cap="non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DETAILS</a:t>
            </a:r>
            <a:endParaRPr sz="100"/>
          </a:p>
        </p:txBody>
      </p:sp>
      <p:sp>
        <p:nvSpPr>
          <p:cNvPr id="108" name="Google Shape;108;p17"/>
          <p:cNvSpPr/>
          <p:nvPr/>
        </p:nvSpPr>
        <p:spPr>
          <a:xfrm>
            <a:off x="3525" y="-1175"/>
            <a:ext cx="9144000" cy="8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311700" y="319075"/>
            <a:ext cx="49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IDEA/APPROACH</a:t>
            </a:r>
            <a:r>
              <a:rPr lang="en" sz="2200" b="1" i="0" u="none" strike="noStrike" cap="none" dirty="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DETAILS</a:t>
            </a:r>
            <a:endParaRPr sz="100" dirty="0"/>
          </a:p>
        </p:txBody>
      </p:sp>
      <p:pic>
        <p:nvPicPr>
          <p:cNvPr id="111" name="Google Shape;111;p17" title="CR_Logo_BlackB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699AF0-705C-D5B7-EA4C-805502266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842" y="1050853"/>
            <a:ext cx="7743932" cy="36662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18" title="Code Red 3.0 ppt 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/>
        </p:nvSpPr>
        <p:spPr>
          <a:xfrm>
            <a:off x="221875" y="226675"/>
            <a:ext cx="6219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IDEA/APPROACH</a:t>
            </a:r>
            <a:r>
              <a:rPr lang="en" sz="2800" b="1" i="0" u="none" strike="noStrike" cap="non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DETAILS</a:t>
            </a:r>
            <a:endParaRPr sz="100"/>
          </a:p>
        </p:txBody>
      </p:sp>
      <p:sp>
        <p:nvSpPr>
          <p:cNvPr id="120" name="Google Shape;120;p18"/>
          <p:cNvSpPr/>
          <p:nvPr/>
        </p:nvSpPr>
        <p:spPr>
          <a:xfrm>
            <a:off x="3525" y="-1175"/>
            <a:ext cx="9144000" cy="8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311700" y="319075"/>
            <a:ext cx="49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TEAM </a:t>
            </a:r>
            <a:r>
              <a:rPr lang="en" sz="2200" b="1" i="0" u="none" strike="noStrike" cap="non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DETAILS</a:t>
            </a:r>
            <a:endParaRPr sz="100"/>
          </a:p>
        </p:txBody>
      </p:sp>
      <p:sp>
        <p:nvSpPr>
          <p:cNvPr id="122" name="Google Shape;122;p18"/>
          <p:cNvSpPr txBox="1"/>
          <p:nvPr/>
        </p:nvSpPr>
        <p:spPr>
          <a:xfrm>
            <a:off x="346025" y="1455107"/>
            <a:ext cx="2596800" cy="32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2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Student ID: 1AT24CS234</a:t>
            </a:r>
            <a:endParaRPr sz="657" dirty="0"/>
          </a:p>
        </p:txBody>
      </p:sp>
      <p:sp>
        <p:nvSpPr>
          <p:cNvPr id="123" name="Google Shape;123;p18"/>
          <p:cNvSpPr txBox="1"/>
          <p:nvPr/>
        </p:nvSpPr>
        <p:spPr>
          <a:xfrm>
            <a:off x="346024" y="1744225"/>
            <a:ext cx="5231815" cy="32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2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Institution Name: Atria </a:t>
            </a:r>
            <a:r>
              <a:rPr lang="en-IN" sz="1502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Institute Of Technology</a:t>
            </a:r>
            <a:endParaRPr sz="657" dirty="0"/>
          </a:p>
        </p:txBody>
      </p:sp>
      <p:sp>
        <p:nvSpPr>
          <p:cNvPr id="124" name="Google Shape;124;p18"/>
          <p:cNvSpPr txBox="1"/>
          <p:nvPr/>
        </p:nvSpPr>
        <p:spPr>
          <a:xfrm>
            <a:off x="346025" y="2033343"/>
            <a:ext cx="2596800" cy="32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2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Phone Number: 9731761930</a:t>
            </a:r>
            <a:endParaRPr sz="657" dirty="0"/>
          </a:p>
        </p:txBody>
      </p:sp>
      <p:sp>
        <p:nvSpPr>
          <p:cNvPr id="125" name="Google Shape;125;p18"/>
          <p:cNvSpPr txBox="1"/>
          <p:nvPr/>
        </p:nvSpPr>
        <p:spPr>
          <a:xfrm>
            <a:off x="346024" y="1166738"/>
            <a:ext cx="6252895" cy="32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2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Team Leader Name: Syeda Zoya Ahmed</a:t>
            </a:r>
            <a:endParaRPr sz="657" dirty="0"/>
          </a:p>
        </p:txBody>
      </p:sp>
      <p:sp>
        <p:nvSpPr>
          <p:cNvPr id="126" name="Google Shape;126;p18"/>
          <p:cNvSpPr txBox="1"/>
          <p:nvPr/>
        </p:nvSpPr>
        <p:spPr>
          <a:xfrm>
            <a:off x="346024" y="3412366"/>
            <a:ext cx="3372535" cy="32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2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Member 1 Name : Dhanush N Ragi</a:t>
            </a:r>
            <a:endParaRPr sz="657" dirty="0"/>
          </a:p>
        </p:txBody>
      </p:sp>
      <p:sp>
        <p:nvSpPr>
          <p:cNvPr id="127" name="Google Shape;127;p18"/>
          <p:cNvSpPr txBox="1"/>
          <p:nvPr/>
        </p:nvSpPr>
        <p:spPr>
          <a:xfrm>
            <a:off x="346024" y="2321712"/>
            <a:ext cx="4225976" cy="32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" sz="1502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Email ID: </a:t>
            </a:r>
            <a:r>
              <a:rPr lang="es-ES" sz="1500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zoya3042006@gmail.com </a:t>
            </a:r>
            <a:endParaRPr sz="1500" dirty="0"/>
          </a:p>
        </p:txBody>
      </p:sp>
      <p:sp>
        <p:nvSpPr>
          <p:cNvPr id="128" name="Google Shape;128;p18"/>
          <p:cNvSpPr txBox="1"/>
          <p:nvPr/>
        </p:nvSpPr>
        <p:spPr>
          <a:xfrm>
            <a:off x="346024" y="3937811"/>
            <a:ext cx="3532555" cy="32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2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Member 2 Name : </a:t>
            </a:r>
            <a:r>
              <a:rPr lang="en" sz="1502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Harshini D</a:t>
            </a:r>
            <a:endParaRPr sz="657" dirty="0"/>
          </a:p>
        </p:txBody>
      </p:sp>
      <p:sp>
        <p:nvSpPr>
          <p:cNvPr id="129" name="Google Shape;129;p18"/>
          <p:cNvSpPr txBox="1"/>
          <p:nvPr/>
        </p:nvSpPr>
        <p:spPr>
          <a:xfrm>
            <a:off x="346024" y="4463257"/>
            <a:ext cx="4020235" cy="32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2" b="0" i="0" u="none" strike="noStrike" cap="none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Member 3 Name : Fardeen Iqbal Syed </a:t>
            </a:r>
            <a:endParaRPr sz="657" dirty="0"/>
          </a:p>
        </p:txBody>
      </p:sp>
      <p:pic>
        <p:nvPicPr>
          <p:cNvPr id="130" name="Google Shape;130;p18" title="CR_Logo_BlackB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28171" y="119929"/>
            <a:ext cx="512363" cy="4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156</Words>
  <Application>Microsoft Office PowerPoint</Application>
  <PresentationFormat>On-screen Show (16:9)</PresentationFormat>
  <Paragraphs>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Times New Roman</vt:lpstr>
      <vt:lpstr>Poppins</vt:lpstr>
      <vt:lpstr>Arial</vt:lpstr>
      <vt:lpstr>Lato</vt:lpstr>
      <vt:lpstr>Simple Light</vt:lpstr>
      <vt:lpstr>PowerPoint Presentation</vt:lpstr>
      <vt:lpstr>`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Harshini D</cp:lastModifiedBy>
  <cp:revision>5</cp:revision>
  <dcterms:modified xsi:type="dcterms:W3CDTF">2025-11-22T12:43:42Z</dcterms:modified>
</cp:coreProperties>
</file>